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live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JpaRepository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about the deadline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REST endpoints with @RestController</a:t>
            </a:r>
          </a:p>
          <a:p>
            <a:r>
              <a:t>Use @GetMapping and @PostMapping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Data JPA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 map to tables</a:t>
            </a:r>
          </a:p>
          <a:p>
            <a:r>
              <a:t>Repositories give CRUD methods for 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student CRUD API with validation</a:t>
            </a:r>
          </a:p>
          <a:p>
            <a:r>
              <a:t>Deadline: Friday 5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